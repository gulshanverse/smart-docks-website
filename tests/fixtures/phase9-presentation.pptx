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1" r:id="rId1"/>
    <p:sldId id="2" r:id="rId2"/>
  </p:sldIdLst>
</p:presentation>
</file>

<file path=ppt/_rels/presentation.xml.rels><?xml version="1.0" encoding="UTF-8"?><Relationships xmlns="http://schemas.openxmlformats.org/package/2006/relationships"><Relationship Id="rId1" Target="slides/slide1.xml" Type="slide"/><Relationship Id="rId2" Target="slides/slide2.xml" Type="slide"/></Relationships>
</file>

<file path=ppt/slides/slide1.xml><?xml version="1.0" encoding="utf-8"?>
<p:sld xmlns:p="http://schemas.openxmlformats.org/presentationml/2006/main" xmlns:a="http://schemas.openxmlformats.org/drawingml/2006/main">
  <p:sp>
    <p:txBody>
      <a:p>
        <a:r>
          <a:t>Local Overview</a:t>
        </a:r>
      </a:p>
      <a:p>
        <a:r>
          <a:t>Parsed without rendering claims.</a:t>
        </a:r>
      </a:p>
    </p:txBody>
  </p:sp>
  <p:pic/>
</p:sld>
</file>

<file path=ppt/slides/slide2.xml><?xml version="1.0" encoding="utf-8"?>
<p:sld xmlns:p="http://schemas.openxmlformats.org/presentationml/2006/main" xmlns:a="http://schemas.openxmlformats.org/drawingml/2006/main">
  <p:sp>
    <p:txBody>
      <a:p>
        <a:r>
          <a:t>Next Steps</a:t>
        </a:r>
      </a:p>
    </p:txBody>
  </p:sp>
  <p:graphicFrame>
    <a:graphic>
      <a:graphicData/>
    </a:graphic>
  </p:graphicFrame>
</p:sld>
</file>

<file path=docProps/core.xml><?xml version="1.0" encoding="utf-8"?>
<cp:coreProperties xmlns:cp="http://schemas.openxmlformats.org/package/2006/metadata/core-properties" xmlns:dc="http://purl.org/dc/elements/1.1/">
  <dc:title>SmartDocs Synthetic Fixture</dc:title>
  <dc:creator>SmartDocs Tests</dc:creator>
</cp:coreProperties>
</file>